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Spike — Slide 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Body copy line with a single style applied to the whole frame.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0"/>
            <a:ext cx="274320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0" y="2560320"/>
            <a:ext cx="3657600" cy="1645920"/>
          </a:xfrm>
          <a:prstGeom prst="rect">
            <a:avLst/>
          </a:prstGeom>
          <a:solidFill>
            <a:srgbClr val="3B82F6"/>
          </a:solidFill>
          <a:ln w="25400">
            <a:solidFill>
              <a:srgbClr val="1E3A8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2743200" cy="274320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9240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4572000" y="914400"/>
            <a:ext cx="2743200" cy="2743200"/>
          </a:xfrm>
          <a:prstGeom prst="rect">
            <a:avLst/>
          </a:prstGeom>
          <a:solidFill>
            <a:srgbClr val="10B981"/>
          </a:solidFill>
          <a:ln w="25400">
            <a:solidFill>
              <a:srgbClr val="064E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4114800"/>
            <a:ext cx="6400800" cy="0"/>
          </a:xfrm>
          <a:prstGeom prst="line">
            <a:avLst/>
          </a:prstGeom>
          <a:noFill/>
          <a:ln w="508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Image-background slide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M28 spike — MVP coverage</dc:title>
  <dc:subject>PptxGenJS Presentation</dc:subject>
  <dc:creator>Narrative spike</dc:creator>
  <cp:lastModifiedBy>Narrative spike</cp:lastModifiedBy>
  <cp:revision>1</cp:revision>
  <dcterms:created xsi:type="dcterms:W3CDTF">2026-05-14T20:58:53Z</dcterms:created>
  <dcterms:modified xsi:type="dcterms:W3CDTF">2026-05-14T20:58:53Z</dcterms:modified>
</cp:coreProperties>
</file>